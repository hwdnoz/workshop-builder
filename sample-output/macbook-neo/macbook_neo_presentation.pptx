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Today we're looking at the MacBook Neo — a conceptual device that synthesizes where Apple's laptop line is heading. The 'Neo' name isn't official; think of it as a way to explore real trends in Apple Silicon, design, and on-device AI all at once. We'll cover what it is, what makes it interesting, who it's built for, and what it means for the broader MacBook lineup.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the Neo concept merges the best of both existing lines. The MacBook Air is the thin-and-light choice — fanless, up to 24 GB, starts at $1,099. The MacBook Pro gives you M4 Pro, sustained performance, and a 120 Hz XDR display — but it's heavier. The Neo asks: what if you got the Pro chip in an Air-class chassis, added OLED, and pushed connectivity to Thunderbolt 5? That's the concept we're working through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thickness is the interesting bet here — fanless at M4 Pro performance is a big thermal challenge. OLED is something Apple has been rumored to bring to MacBooks for years; the concept slots it in here. Each M chip generation delivers roughly 20-25% CPU gains — so an M4 Pro in an Air-class chassis is a genuinely different device than an M3 Air. Thunderbolt 5 matters for fast external storage and docking.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Neo concept targets people stuck between two good-but-not-quite-right options. Creatives who travel know the pain: Air is light but struggles with heavy GPU work, Pro is capable but heavy. Developers running local AI models — Apple Intelligence runs entirely on-device on M-series chips, which is a real privacy and latency advantage. And there's still a large Intel Mac install base that hasn't made the Apple Silicon jump yet. A device like this would be a strong reason to upgrade.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MacBook Neo is a thought experiment grounded in real trends: Apple Silicon compounding at 20-25% per generation, OLED coming to MacBooks, Thunderbolt 5 landing in the lineup, Apple Intelligence running fully on-device. Whether or not Apple ships something called 'Neo,' these are the forces shaping where the MacBook line is going. Thanks everyone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411480"/>
            <a:ext cx="6035040" cy="6035040"/>
          </a:xfrm>
          <a:prstGeom prst="rect">
            <a:avLst/>
          </a:prstGeom>
          <a:solidFill>
            <a:srgbClr val="0D1E36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0" y="32512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7AFF"/>
                </a:solidFill>
              </a:rPr>
              <a:t>[IMAGE: MacBook Neo — product hero shot on a clean surface]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MacBook Neo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7AFF"/>
                </a:solidFill>
              </a:rPr>
              <a:t>A concept at the edge of Apple's MacBook lineup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E0EC"/>
                </a:solidFill>
              </a:rPr>
              <a:t>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7AFF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FF"/>
                </a:solidFill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is the MacBook Neo?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99032"/>
            <a:ext cx="3200400" cy="3175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5852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8E0EC"/>
                </a:solidFill>
              </a:rPr>
              <a:t>•  Conceptual: Air portability + Pro performance</a:t>
            </a:r>
          </a:p>
          <a:p>
            <a:pPr algn="l"/>
            <a:r>
              <a:rPr sz="2000" b="0">
                <a:solidFill>
                  <a:srgbClr val="D8E0EC"/>
                </a:solidFill>
              </a:rPr>
              <a:t>•  M4 Pro chip — up to 24-core GPU</a:t>
            </a:r>
          </a:p>
          <a:p>
            <a:pPr algn="l"/>
            <a:r>
              <a:rPr sz="2000" b="0">
                <a:solidFill>
                  <a:srgbClr val="D8E0EC"/>
                </a:solidFill>
              </a:rPr>
              <a:t>•  14" and 16" — enters at Pro price territory</a:t>
            </a:r>
          </a:p>
          <a:p>
            <a:pPr algn="l"/>
            <a:r>
              <a:rPr sz="2000" b="0">
                <a:solidFill>
                  <a:srgbClr val="D8E0EC"/>
                </a:solidFill>
              </a:rPr>
              <a:t>•  OLED display — a first for the MacBook 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685800"/>
            <a:ext cx="5943600" cy="5394960"/>
          </a:xfrm>
          <a:prstGeom prst="rect">
            <a:avLst/>
          </a:prstGeom>
          <a:solidFill>
            <a:srgbClr val="0D1E36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320548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7AFF"/>
                </a:solidFill>
              </a:rPr>
              <a:t>[IMAGE: MacBook Neo — 14" and 16" models side by side]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7AFF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FF"/>
                </a:solidFill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99032"/>
            <a:ext cx="3200400" cy="3175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FF"/>
                </a:solidFill>
              </a:rPr>
              <a:t>Design &amp; Display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93392"/>
            <a:ext cx="2697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8E0EC"/>
                </a:solidFill>
              </a:rPr>
              <a:t>•  Under 11 mm — thinnest Mac ever</a:t>
            </a:r>
          </a:p>
          <a:p>
            <a:pPr algn="l"/>
            <a:r>
              <a:rPr sz="1700" b="0">
                <a:solidFill>
                  <a:srgbClr val="D8E0EC"/>
                </a:solidFill>
              </a:rPr>
              <a:t>•  OLED, 120 Hz ProMotion</a:t>
            </a:r>
          </a:p>
          <a:p>
            <a:pPr algn="l"/>
            <a:r>
              <a:rPr sz="1700" b="0">
                <a:solidFill>
                  <a:srgbClr val="D8E0EC"/>
                </a:solidFill>
              </a:rPr>
              <a:t>•  Nano-texture glass option</a:t>
            </a:r>
          </a:p>
          <a:p>
            <a:pPr algn="l"/>
            <a:r>
              <a:rPr sz="1700" b="0">
                <a:solidFill>
                  <a:srgbClr val="D8E0EC"/>
                </a:solidFill>
              </a:rPr>
              <a:t>•  Fanless thermal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5727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FF"/>
                </a:solidFill>
              </a:rPr>
              <a:t>Performance &amp; Connectivity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993392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8E0EC"/>
                </a:solidFill>
              </a:rPr>
              <a:t>•  M4 Pro — up to 24-core GPU</a:t>
            </a:r>
          </a:p>
          <a:p>
            <a:pPr algn="l"/>
            <a:r>
              <a:rPr sz="1700" b="0">
                <a:solidFill>
                  <a:srgbClr val="D8E0EC"/>
                </a:solidFill>
              </a:rPr>
              <a:t>•  Up to 64 GB unified memory</a:t>
            </a:r>
          </a:p>
          <a:p>
            <a:pPr algn="l"/>
            <a:r>
              <a:rPr sz="1700" b="0">
                <a:solidFill>
                  <a:srgbClr val="D8E0EC"/>
                </a:solidFill>
              </a:rPr>
              <a:t>•  Thunderbolt 5 + MagSafe</a:t>
            </a:r>
          </a:p>
          <a:p>
            <a:pPr algn="l"/>
            <a:r>
              <a:rPr sz="1700" b="0">
                <a:solidFill>
                  <a:srgbClr val="D8E0EC"/>
                </a:solidFill>
              </a:rPr>
              <a:t>•  Wi-Fi 7 and Bluetooth 5.4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685800"/>
            <a:ext cx="5943600" cy="5394960"/>
          </a:xfrm>
          <a:prstGeom prst="rect">
            <a:avLst/>
          </a:prstGeom>
          <a:solidFill>
            <a:srgbClr val="0D1E36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320548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7AFF"/>
                </a:solidFill>
              </a:rPr>
              <a:t>[IMAGE: MacBook Neo open — keyboard and display detail]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7AFF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FF"/>
                </a:solidFill>
              </a:rP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Who is it for?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99032"/>
            <a:ext cx="2743200" cy="3175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5943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8E0EC"/>
                </a:solidFill>
              </a:rPr>
              <a:t>•  Creatives who travel and need Pro GPU</a:t>
            </a:r>
          </a:p>
          <a:p>
            <a:pPr algn="l"/>
            <a:r>
              <a:rPr sz="2000" b="0">
                <a:solidFill>
                  <a:srgbClr val="D8E0EC"/>
                </a:solidFill>
              </a:rPr>
              <a:t>•  Developers: Xcode, local AI models, Docker</a:t>
            </a:r>
          </a:p>
          <a:p>
            <a:pPr algn="l"/>
            <a:r>
              <a:rPr sz="2000" b="0">
                <a:solidFill>
                  <a:srgbClr val="D8E0EC"/>
                </a:solidFill>
              </a:rPr>
              <a:t>•  Video editors wanting on-the-go performance</a:t>
            </a:r>
          </a:p>
          <a:p>
            <a:pPr algn="l"/>
            <a:r>
              <a:rPr sz="2000" b="0">
                <a:solidFill>
                  <a:srgbClr val="D8E0EC"/>
                </a:solidFill>
              </a:rPr>
              <a:t>•  Intel-era MacBook owners ready to upgrade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685800"/>
            <a:ext cx="5943600" cy="5394960"/>
          </a:xfrm>
          <a:prstGeom prst="rect">
            <a:avLst/>
          </a:prstGeom>
          <a:solidFill>
            <a:srgbClr val="0D1E36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320548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7AFF"/>
                </a:solidFill>
              </a:rPr>
              <a:t>[IMAGE: Person using MacBook Neo in a cafe or airport lounge]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7AFF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FF"/>
                </a:solidFill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99032"/>
            <a:ext cx="3200400" cy="3175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8E0EC"/>
                </a:solidFill>
              </a:rPr>
              <a:t>•  Thinnest Mac ever — M4 Pro inside</a:t>
            </a:r>
          </a:p>
          <a:p>
            <a:pPr algn="l"/>
            <a:r>
              <a:rPr sz="2000" b="0">
                <a:solidFill>
                  <a:srgbClr val="D8E0EC"/>
                </a:solidFill>
              </a:rPr>
              <a:t>•  OLED arrives on MacBook for the first time</a:t>
            </a:r>
          </a:p>
          <a:p>
            <a:pPr algn="l"/>
            <a:r>
              <a:rPr sz="2000" b="0">
                <a:solidFill>
                  <a:srgbClr val="D8E0EC"/>
                </a:solidFill>
              </a:rPr>
              <a:t>•  Thunderbolt 5 and Wi-Fi 7 extend its lifespan</a:t>
            </a:r>
          </a:p>
          <a:p>
            <a:pPr algn="l"/>
            <a:r>
              <a:rPr sz="2000" b="0">
                <a:solidFill>
                  <a:srgbClr val="D8E0EC"/>
                </a:solidFill>
              </a:rPr>
              <a:t>•  Strong upgrade path from Intel-era machines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2120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7AFF"/>
                </a:solidFill>
              </a:rPr>
              <a:t>Questions?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685800"/>
            <a:ext cx="5943600" cy="5394960"/>
          </a:xfrm>
          <a:prstGeom prst="rect">
            <a:avLst/>
          </a:prstGeom>
          <a:solidFill>
            <a:srgbClr val="0D1E36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320548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7AFF"/>
                </a:solidFill>
              </a:rPr>
              <a:t>[IMAGE: MacBook Neo closed — unibody aluminum chassis detail]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7AFF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